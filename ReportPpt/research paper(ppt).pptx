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8" r:id="rId13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8" d="100"/>
          <a:sy n="58" d="100"/>
        </p:scale>
        <p:origin x="152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improve chatbot capabilities to enhance conversational AI?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IN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Simran Kaur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   :    2210990</a:t>
            </a:r>
            <a:r>
              <a:rPr lang="en-IN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852</a:t>
            </a:r>
            <a:endParaRPr lang="en-IN" alt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By: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</a:t>
            </a:r>
            <a:r>
              <a:rPr lang="en-IN" altLang="en-US" sz="20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Gurpreet Singh</a:t>
            </a:r>
            <a:endParaRPr lang="en-US" sz="2000" b="1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0809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" y="991608"/>
            <a:ext cx="899655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transformation has increased the demand for intelligent automation in enterprises.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chatbots enable natural communication with users through text or voice.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automates repetitive backend tasks such as form filling, account updates, and transaction processing.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Individually, both technologies have limitations.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AI chatbots with RPA combines understanding and execution in one unified system.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a scalable and efficient intelligent automation pipeline.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88087" cy="914040"/>
          </a:xfrm>
        </p:spPr>
        <p:txBody>
          <a:bodyPr/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1004612"/>
            <a:ext cx="90558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understand user requests but cannot independently perform backend operations.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executes workflows but struggles with unstructured human language inputs.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often lack proper coordination between these technologies.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work focuses on integrating both into a single automation framework.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Objectives include improving intent recognition, reducing delays, and minimizing manual effort.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build a scalable and efficient enterprise automation model.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214" y="0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8495" y="-154235"/>
            <a:ext cx="8758049" cy="68631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designed using a three-layer intelligent automation architecture.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layer handles user interactions through text, voice, and dialogue management.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layer performs NLP, intent detection, entity recognition, and workflow dispatch.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layer uses RPA bots to perform backend operations automatically.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communicates through defined interfaces for modularity and flexibility.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enables seamless end-to-end automation.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271" y="0"/>
            <a:ext cx="3690651" cy="826265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99974" y="966577"/>
            <a:ext cx="894405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evaluated using 2,400 annotated customer interaction transcripts.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BERT-based model was trained for intent classification across 12 categories.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compared against rule-based and chatbot-only baseline systems.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metrics were used including accuracy, latency, and task completion rate.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followed structured dataset splitting and evaluation procedures.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methodology helped validate both model and system-level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159" y="0"/>
            <a:ext cx="5210618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914040"/>
            <a:ext cx="884815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achieved an intent classification accuracy of 94.7%.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completion increased significantly compared to baseline approaches.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 latency reduced from 18.4 seconds to 6.2 seconds.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intervention requirements dropped from 38.6% to 9.4%.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Workflow error rate was reduced while maintaining high execution reliability.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results show improvements in efficiency, speed, and automation quality.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446" y="220337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Challenges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-1" y="907468"/>
            <a:ext cx="900078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improves response speed, automation accuracy, and operational efficiency.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reduces repetitive human effort and supports scalable enterprise deployment.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 reduction and improved customer handling are major advantages.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include legacy system compatibility and compliance requirements.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drift and continuous retraining are also important considerations.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Human-AI collaboration remains essential for complex cases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5066" y="0"/>
            <a:ext cx="3602156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0" y="834724"/>
            <a:ext cx="889612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framework successfully combines AI chatbots with RPA technology.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addresses limitations of using both systems independently.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improvements were observed in accuracy, latency, and task execution.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architecture supports intelligent automation for real-world enterprise applications.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 confirm strong potential for scalable and practical deployment.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integrated model represents a step toward advanced intelligent automation.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559" y="-22034"/>
            <a:ext cx="3327094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/>
          </p:nvPr>
        </p:nvSpPr>
        <p:spPr bwMode="auto">
          <a:xfrm>
            <a:off x="88135" y="892006"/>
            <a:ext cx="868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can include continuous and federated learning approaches.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inputs such as voice and screenshots can enhance system capability.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to healthcare, finance, and other domains.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can improve transparency in automated decisions.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optimization can support large-scale enterprise deployment.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can make intelligent automation more adaptive and robust.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14161" y="259022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4192</Words>
  <Application>WPS Presentation</Application>
  <PresentationFormat>On-screen Show (4:3)</PresentationFormat>
  <Paragraphs>135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      Problem Statement &amp; Objectives</vt:lpstr>
      <vt:lpstr>Proposed System Architecture</vt:lpstr>
      <vt:lpstr>Methodology</vt:lpstr>
      <vt:lpstr>Results and Performance</vt:lpstr>
      <vt:lpstr>Benefits and Challenges </vt:lpstr>
      <vt:lpstr>Conclusion</vt:lpstr>
      <vt:lpstr>Future Scope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veerk</cp:lastModifiedBy>
  <cp:revision>2301</cp:revision>
  <dcterms:created xsi:type="dcterms:W3CDTF">2010-04-09T07:36:00Z</dcterms:created>
  <dcterms:modified xsi:type="dcterms:W3CDTF">2026-04-30T08:02:32Z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5C36761A7A9D4CA78BF31D00224E3EBC_13</vt:lpwstr>
  </property>
  <property fmtid="{D5CDD505-2E9C-101B-9397-08002B2CF9AE}" pid="15" name="KSOProductBuildVer">
    <vt:lpwstr>1033-12.1.0.25242</vt:lpwstr>
  </property>
</Properties>
</file>